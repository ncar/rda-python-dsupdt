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3308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27024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C6E7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C6E7C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051560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6696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42416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45820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45820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643616" y="4041648"/>
            <a:ext cx="113385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8049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60704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12014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local time the job runs (Denver, MDT = GMT−6h in summer) — don’t mix the two.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2026-07-15T17:15:53Z</dcterms:created>
  <dcterms:modified xsi:type="dcterms:W3CDTF">2026-07-15T17:15:53Z</dcterms:modified>
</cp:coreProperties>
</file>