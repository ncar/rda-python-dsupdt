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474720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4846320"/>
            <a:ext cx="11274552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910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8368" y="51937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scheduled run time (YYYY-MM-DD HH:NN:SS). After a success it advances by control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offset; a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57200" y="5705856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5705856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2026-07-15T15:21:32Z</dcterms:created>
  <dcterms:modified xsi:type="dcterms:W3CDTF">2026-07-15T15:21:32Z</dcterms:modified>
</cp:coreProperties>
</file>