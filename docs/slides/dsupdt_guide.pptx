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2406701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2406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rda_python_dsupdt v3.0.8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2026-07-13T19:05:27Z</dcterms:created>
  <dcterms:modified xsi:type="dcterms:W3CDTF">2026-07-13T19:05:27Z</dcterms:modified>
</cp:coreProperties>
</file>