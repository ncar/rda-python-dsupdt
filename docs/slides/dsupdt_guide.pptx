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1033272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42976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4" name="Shape 12"/>
          <p:cNvSpPr/>
          <p:nvPr/>
        </p:nvSpPr>
        <p:spPr>
          <a:xfrm>
            <a:off x="68580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2E8B7A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19842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2240280" y="3246120"/>
            <a:ext cx="365760" cy="0"/>
          </a:xfrm>
          <a:prstGeom prst="line">
            <a:avLst/>
          </a:prstGeom>
          <a:noFill/>
          <a:ln w="15875">
            <a:solidFill>
              <a:srgbClr val="2E8B7A"/>
            </a:solidFill>
            <a:prstDash val="solid"/>
            <a:headEnd type="triangle"/>
          </a:ln>
        </p:spPr>
      </p:sp>
      <p:sp>
        <p:nvSpPr>
          <p:cNvPr id="19" name="Text 17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2" name="Shape 20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5875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3" name="Text 21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09320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9" name="Shape 27"/>
          <p:cNvSpPr/>
          <p:nvPr/>
        </p:nvSpPr>
        <p:spPr>
          <a:xfrm>
            <a:off x="534924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E8963A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6476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3" name="Shape 31"/>
          <p:cNvSpPr/>
          <p:nvPr/>
        </p:nvSpPr>
        <p:spPr>
          <a:xfrm>
            <a:off x="6903720" y="3246120"/>
            <a:ext cx="365760" cy="0"/>
          </a:xfrm>
          <a:prstGeom prst="line">
            <a:avLst/>
          </a:prstGeom>
          <a:noFill/>
          <a:ln w="15875">
            <a:solidFill>
              <a:srgbClr val="E8963A"/>
            </a:solidFill>
            <a:prstDash val="solid"/>
            <a:headEnd type="triangle"/>
          </a:ln>
        </p:spPr>
      </p:sp>
      <p:sp>
        <p:nvSpPr>
          <p:cNvPr id="34" name="Text 32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51560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996696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8339328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7196328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4297680" y="3813048"/>
            <a:ext cx="2176272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44" name="Text 42"/>
          <p:cNvSpPr/>
          <p:nvPr/>
        </p:nvSpPr>
        <p:spPr>
          <a:xfrm>
            <a:off x="4160520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period end + DI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042416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845820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845820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0643616" y="4041648"/>
            <a:ext cx="113385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18049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112014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53" name="Text 51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5" name="Text 53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57" name="Text 55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2026-07-15T16:16:53Z</dcterms:created>
  <dcterms:modified xsi:type="dcterms:W3CDTF">2026-07-15T16:16:53Z</dcterms:modified>
</cp:coreProperties>
</file>