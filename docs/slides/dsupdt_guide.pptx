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3246120"/>
            <a:ext cx="969264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2" name="Text 20"/>
          <p:cNvSpPr/>
          <p:nvPr/>
        </p:nvSpPr>
        <p:spPr>
          <a:xfrm>
            <a:off x="3108960" y="291693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local (−7h)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39328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7196328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45820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45" name="Text 43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7" name="Text 45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49" name="Text 47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(e.g. 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the local time the job runs — don’t mix the two.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2026-07-15T16:08:08Z</dcterms:created>
  <dcterms:modified xsi:type="dcterms:W3CDTF">2026-07-15T16:08:08Z</dcterms:modified>
</cp:coreProperties>
</file>