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E1B2E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CBDC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CBDC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CBDC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 get started.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2026-07-15T20:28:33Z</dcterms:created>
  <dcterms:modified xsi:type="dcterms:W3CDTF">2026-07-15T20:28:33Z</dcterms:modified>
</cp:coreProperties>
</file>