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-docs-dsupdt.readthedocs.io" TargetMode="External"/><Relationship Id="rId2" Type="http://schemas.openxmlformats.org/officeDocument/2006/relationships/hyperlink" Target="https://github.com/NCAR/rda-python-dsupd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E1B2E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get started.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2026-07-15T20:33:27Z</dcterms:created>
  <dcterms:modified xsi:type="dcterms:W3CDTF">2026-07-15T20:33:27Z</dcterms:modified>
</cp:coreProperties>
</file>