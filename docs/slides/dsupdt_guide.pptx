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NTERIOR-image-3.jpe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NTERIOR_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pic>
        <p:nvPicPr>
          <p:cNvPr id="3" name="Image 1" descr="gdex_lockup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184" y="6126480"/>
            <a:ext cx="960120" cy="48463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00357A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_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00357A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hyperlink" Target="https://pypi.org/project/rda-python-dsupdt" TargetMode="External"/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hyperlink" Target="https://gdex-docs-dsupdt.readthedocs.io" TargetMode="External"/><Relationship Id="rId5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_ear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1528" y="0"/>
            <a:ext cx="9107424" cy="6858000"/>
          </a:xfrm>
          <a:prstGeom prst="rect">
            <a:avLst/>
          </a:prstGeom>
        </p:spPr>
      </p:pic>
      <p:pic>
        <p:nvPicPr>
          <p:cNvPr id="3" name="Image 1" descr="cover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686800" cy="6858000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758952"/>
            <a:ext cx="3794760" cy="1042416"/>
          </a:xfrm>
          <a:prstGeom prst="rect">
            <a:avLst/>
          </a:prstGeom>
        </p:spPr>
      </p:pic>
      <p:pic>
        <p:nvPicPr>
          <p:cNvPr id="5" name="Image 3" descr="gdex_lockup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722376"/>
            <a:ext cx="2212848" cy="1115568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0" y="2258568"/>
            <a:ext cx="210312" cy="3429000"/>
          </a:xfrm>
          <a:prstGeom prst="rect">
            <a:avLst/>
          </a:prstGeom>
          <a:solidFill>
            <a:srgbClr val="FAA119"/>
          </a:solidFill>
          <a:ln/>
        </p:spPr>
      </p:sp>
      <p:sp>
        <p:nvSpPr>
          <p:cNvPr id="7" name="Text 1"/>
          <p:cNvSpPr/>
          <p:nvPr/>
        </p:nvSpPr>
        <p:spPr>
          <a:xfrm>
            <a:off x="923544" y="2002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AUGUST 2026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923544" y="233172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dsupdt: Periodic Dataset Updates for the GDEX Servers</a:t>
            </a:r>
            <a:endParaRPr lang="en-US" sz="2900" dirty="0"/>
          </a:p>
        </p:txBody>
      </p:sp>
      <p:sp>
        <p:nvSpPr>
          <p:cNvPr id="9" name="Text 3"/>
          <p:cNvSpPr/>
          <p:nvPr/>
        </p:nvSpPr>
        <p:spPr>
          <a:xfrm>
            <a:off x="923544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→ Build → Archive, scheduled and automated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923544" y="4581144"/>
            <a:ext cx="804672" cy="0"/>
          </a:xfrm>
          <a:prstGeom prst="line">
            <a:avLst/>
          </a:prstGeom>
          <a:noFill/>
          <a:ln w="38100">
            <a:solidFill>
              <a:srgbClr val="42C0FF"/>
            </a:solidFill>
            <a:prstDash val="solid"/>
          </a:ln>
        </p:spPr>
      </p:sp>
      <p:sp>
        <p:nvSpPr>
          <p:cNvPr id="11" name="Text 5"/>
          <p:cNvSpPr/>
          <p:nvPr/>
        </p:nvSpPr>
        <p:spPr>
          <a:xfrm>
            <a:off x="923544" y="4828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23544" y="5148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Engineer  •  zji@ucar.edu</a:t>
            </a:r>
            <a:endParaRPr lang="en-US" sz="1600" dirty="0"/>
          </a:p>
        </p:txBody>
      </p:sp>
      <p:sp>
        <p:nvSpPr>
          <p:cNvPr id="13" name="Text 7"/>
          <p:cNvSpPr/>
          <p:nvPr/>
        </p:nvSpPr>
        <p:spPr>
          <a:xfrm>
            <a:off x="923544" y="555955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GENERAL USAGE • COMPANION UTILITY TO DSARCH</a:t>
            </a:r>
            <a:endParaRPr lang="en-US" sz="950" dirty="0"/>
          </a:p>
        </p:txBody>
      </p:sp>
      <p:sp>
        <p:nvSpPr>
          <p:cNvPr id="14" name="Text 8"/>
          <p:cNvSpPr/>
          <p:nvPr/>
        </p:nvSpPr>
        <p:spPr>
          <a:xfrm>
            <a:off x="923544" y="6217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i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Orchestrated by the dscheck daemon: dsupdt retrieves data from remote servers, assembles archive-ready local files, and hands them to dsarch for archiving onto the GDEX Servers.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246120"/>
            <a:ext cx="109728" cy="2788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4015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Configured per dataset in GDEXDB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3785616"/>
            <a:ext cx="4279392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895344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/ dsarch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configuration spans three record types.</a:t>
            </a:r>
            <a:endParaRPr lang="en-US" sz="125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 records from the CLI (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or the web Config Editor (next slide).</a:t>
            </a:r>
            <a:endParaRPr lang="en-US" sz="125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an update record (override with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125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be named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guard against the wrong dataset.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⚡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7" name="Text 25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7" name="Text 35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87044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to get started.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1558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C25E00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81558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Tip:  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algn="ctr" indent="0" marL="0">
              <a:buNone/>
            </a:pPr>
            <a:r>
              <a:rPr lang="en-US" sz="11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1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Omit  </a:t>
            </a:r>
            <a:pPr algn="ctr" indent="0" marL="0">
              <a:buNone/>
            </a:pPr>
            <a:r>
              <a:rPr lang="en-US" sz="11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on Get actions to list records across all of your datasets.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ControlOffset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RetryInterval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how long remote files stay valid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ParentIndex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EMailControl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/ S / E / B / N report level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ErrorControl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 ignore / Q quit / N normal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KeepFile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HostName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restrict/allow processing hosts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action: AS, AW, AQ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 string passed to dsarch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fetch/copy/generate the 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data end date of next update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EndHour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 (sub-daily cadence)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DueInterval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→ ready lead 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re-check / hold-open window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AgeTime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min remote-file age to fetch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WorkDir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staging dir (root $UPDTWKP)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ProcessRemote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validate/convert cmd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BuildCommand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build cmd (vs tar)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remove temp files after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ServerFile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DownloadOrder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TimeInterval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start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end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re-archive (pass -RA to dsarch)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periods not yet archived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stop the dataset on first error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add carbon-copy email recipients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00357A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Basis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path-style date components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current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fraction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generic values supplied via -GP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&lt;S01:03S&gt;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serial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expand one name into 01,02,03 (padded to start width)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11837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11837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DBE2E9"/>
          </a:solidFill>
          <a:ln w="15875">
            <a:solidFill>
              <a:srgbClr val="C25E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2D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0092DB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0092DB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3565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3565A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00357A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3565A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0092DB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18304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0057C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7731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ControlTime  —  when the job itself runs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58368" y="502920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the run time (YYYY-MM-DD HH:NN:SS). Each success steps it by one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(Next CT = CT + FQ);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 e.g.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58368" y="544982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zones: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end date/hour (End Date,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is server time (GMT), while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local time the job runs (Denver, MDT = GMT−6h in summer) — don’t mix the two.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457200" y="5870448"/>
            <a:ext cx="9966960" cy="512064"/>
          </a:xfrm>
          <a:prstGeom prst="roundRect">
            <a:avLst>
              <a:gd name="adj" fmla="val 14286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58368" y="5870448"/>
            <a:ext cx="9564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run re-checks every period in the VI window: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= 0 → only the most recent period.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3950208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3950208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3950208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62686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62686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62686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62686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30352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30352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92D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3035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30352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59984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Reading the Email Report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worked example (-MC A) — d609000, one 4D valid-interval run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7635240" cy="4572000"/>
          </a:xfrm>
          <a:prstGeom prst="roundRect">
            <a:avLst>
              <a:gd name="adj" fmla="val 1600"/>
            </a:avLst>
          </a:prstGeom>
          <a:solidFill>
            <a:srgbClr val="011837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700784"/>
            <a:ext cx="7232904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6 local files archived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DSUPDT of D609000-C57 on casper61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MESSAGE: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similar errors: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Failed Metadata Gathering: …t18z…grib2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Failed Metadata Gathering: …t00z…grib2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gatherxml: connection timed out to metadata DB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E6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d609000: 6 of 18 local files ARCHIVED(AW)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[2026-07-16:12(UTC) .. 2026-07-17:06(UTC)]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 INFORMATION: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d609000-L480: 12 update periods UNCHANGED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[..07-13:12(UTC) .. 07-16:06(UTC)] already archived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d609000-L480: 6 files ARCHIVED(AW)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07-16:12(UTC) - 4 new, 2 changed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- 2 Failed Metadata Gathering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d609000-C57: Next Control Time 2026-07-17 03:00:00</a:t>
            </a:r>
            <a:endParaRPr lang="en-US" sz="960" dirty="0"/>
          </a:p>
        </p:txBody>
      </p:sp>
      <p:sp>
        <p:nvSpPr>
          <p:cNvPr id="7" name="Text 5"/>
          <p:cNvSpPr/>
          <p:nvPr/>
        </p:nvSpPr>
        <p:spPr>
          <a:xfrm>
            <a:off x="8275320" y="14813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75320" y="171907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75320" y="171907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00357A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71907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Subject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archived across all periods this run.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75320" y="235915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235915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8494776" y="235915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identical repeated failures merge into one “N similar errors” block.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75320" y="299923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99923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16" name="Text 14"/>
          <p:cNvSpPr/>
          <p:nvPr/>
        </p:nvSpPr>
        <p:spPr>
          <a:xfrm>
            <a:off x="8494776" y="299923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combined line per record: M of N + period range.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75320" y="363931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363931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8494776" y="363931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Roll-up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no-op re-check periods collapse into one UNCHANGED line.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75320" y="427939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427939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94776" y="427939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&gt;4 files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than 4 archived files in one period roll into one summary line with a new/changed/used tally.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75320" y="488289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status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93608" y="5266944"/>
            <a:ext cx="128016" cy="12801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5266944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31352" y="51937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new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fresh download, no prior copy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93608" y="5541264"/>
            <a:ext cx="128016" cy="12801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8" name="Text 26"/>
          <p:cNvSpPr/>
          <p:nvPr/>
        </p:nvSpPr>
        <p:spPr>
          <a:xfrm>
            <a:off x="8293608" y="5541264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531352" y="5468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change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server file changed, redownloaded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93608" y="5815584"/>
            <a:ext cx="128016" cy="128016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8293608" y="5815584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31352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file used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local copy current, nothing fetched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14476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remote record?  </a:t>
            </a:r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status folds into the archived line:   </a:t>
            </a:r>
            <a:pPr algn="ctr"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 ARCHIVED(AW) for … - local file used - Metadata Gathered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577900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Root for working dirs (unset → -WD used as-is). Hourly files sharing a name across days need a date pattern in -WD to keep each workdir/server-file pair unique, e.g. -WD $UPDTWKP/zji/ds084.1/&lt;YYYYMMDD&gt;.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Debug logging via -DB level [path] [file]; default log path $GDEXHOME/dssdb/log,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65760"/>
            <a:ext cx="1024128" cy="521208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96" y="393192"/>
            <a:ext cx="1892808" cy="52120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50" dirty="0"/>
          </a:p>
        </p:txBody>
      </p:sp>
      <p:sp>
        <p:nvSpPr>
          <p:cNvPr id="6" name="Shape 1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  <p:sp>
        <p:nvSpPr>
          <p:cNvPr id="8" name="Text 3"/>
          <p:cNvSpPr/>
          <p:nvPr/>
        </p:nvSpPr>
        <p:spPr>
          <a:xfrm>
            <a:off x="1527048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9" name="Text 4"/>
          <p:cNvSpPr/>
          <p:nvPr/>
        </p:nvSpPr>
        <p:spPr>
          <a:xfrm>
            <a:off x="1527048" y="1554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Config to Archive</a:t>
            </a:r>
            <a:endParaRPr lang="en-US" sz="4000" dirty="0"/>
          </a:p>
        </p:txBody>
      </p:sp>
      <p:sp>
        <p:nvSpPr>
          <p:cNvPr id="10" name="Shape 5"/>
          <p:cNvSpPr/>
          <p:nvPr/>
        </p:nvSpPr>
        <p:spPr>
          <a:xfrm>
            <a:off x="1527048" y="2606040"/>
            <a:ext cx="502920" cy="502920"/>
          </a:xfrm>
          <a:prstGeom prst="ellipse">
            <a:avLst/>
          </a:prstGeom>
          <a:solidFill>
            <a:srgbClr val="00357A"/>
          </a:solidFill>
          <a:ln/>
        </p:spPr>
      </p:sp>
      <p:sp>
        <p:nvSpPr>
          <p:cNvPr id="11" name="Text 6"/>
          <p:cNvSpPr/>
          <p:nvPr/>
        </p:nvSpPr>
        <p:spPr>
          <a:xfrm>
            <a:off x="152704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2212848" y="2606040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1527048" y="3319272"/>
            <a:ext cx="502920" cy="502920"/>
          </a:xfrm>
          <a:prstGeom prst="ellipse">
            <a:avLst/>
          </a:prstGeom>
          <a:solidFill>
            <a:srgbClr val="00357A"/>
          </a:solidFill>
          <a:ln/>
        </p:spPr>
      </p:sp>
      <p:sp>
        <p:nvSpPr>
          <p:cNvPr id="14" name="Text 9"/>
          <p:cNvSpPr/>
          <p:nvPr/>
        </p:nvSpPr>
        <p:spPr>
          <a:xfrm>
            <a:off x="1527048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2212848" y="3319272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527048" y="4032504"/>
            <a:ext cx="502920" cy="502920"/>
          </a:xfrm>
          <a:prstGeom prst="ellipse">
            <a:avLst/>
          </a:prstGeom>
          <a:solidFill>
            <a:srgbClr val="00357A"/>
          </a:solidFill>
          <a:ln/>
        </p:spPr>
      </p:sp>
      <p:sp>
        <p:nvSpPr>
          <p:cNvPr id="17" name="Text 12"/>
          <p:cNvSpPr/>
          <p:nvPr/>
        </p:nvSpPr>
        <p:spPr>
          <a:xfrm>
            <a:off x="1527048" y="4032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2212848" y="4032504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1527048" y="4745736"/>
            <a:ext cx="502920" cy="502920"/>
          </a:xfrm>
          <a:prstGeom prst="ellipse">
            <a:avLst/>
          </a:prstGeom>
          <a:solidFill>
            <a:srgbClr val="00357A"/>
          </a:solidFill>
          <a:ln/>
        </p:spPr>
      </p:sp>
      <p:sp>
        <p:nvSpPr>
          <p:cNvPr id="20" name="Text 15"/>
          <p:cNvSpPr/>
          <p:nvPr/>
        </p:nvSpPr>
        <p:spPr>
          <a:xfrm>
            <a:off x="1527048" y="4745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2212848" y="4745736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527048" y="5532120"/>
            <a:ext cx="9144000" cy="685800"/>
          </a:xfrm>
          <a:prstGeom prst="roundRect">
            <a:avLst>
              <a:gd name="adj" fmla="val 13333"/>
            </a:avLst>
          </a:prstGeom>
          <a:solidFill>
            <a:srgbClr val="00357A"/>
          </a:solidFill>
          <a:ln w="12700">
            <a:solidFill>
              <a:srgbClr val="42C0FF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755648" y="55321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indent="0" marL="0">
              <a:lnSpc>
                <a:spcPct val="110000"/>
              </a:lnSpc>
              <a:buNone/>
            </a:pPr>
            <a:r>
              <a:rPr lang="en-US" sz="1250" u="sng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</a:t>
            </a:r>
            <a:pPr indent="0" marL="0">
              <a:lnSpc>
                <a:spcPct val="110000"/>
              </a:lnSpc>
              <a:buNone/>
            </a:pPr>
            <a:r>
              <a:rPr lang="en-US" sz="1250" u="sng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65760"/>
            <a:ext cx="1024128" cy="521208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96" y="393192"/>
            <a:ext cx="1892808" cy="52120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950" dirty="0"/>
          </a:p>
        </p:txBody>
      </p:sp>
      <p:sp>
        <p:nvSpPr>
          <p:cNvPr id="6" name="Shape 1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  <p:sp>
        <p:nvSpPr>
          <p:cNvPr id="8" name="Text 3"/>
          <p:cNvSpPr/>
          <p:nvPr/>
        </p:nvSpPr>
        <p:spPr>
          <a:xfrm>
            <a:off x="1527048" y="1078992"/>
            <a:ext cx="9144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400" dirty="0"/>
          </a:p>
        </p:txBody>
      </p:sp>
      <p:sp>
        <p:nvSpPr>
          <p:cNvPr id="9" name="Shape 4"/>
          <p:cNvSpPr/>
          <p:nvPr/>
        </p:nvSpPr>
        <p:spPr>
          <a:xfrm>
            <a:off x="1527048" y="4160520"/>
            <a:ext cx="804672" cy="0"/>
          </a:xfrm>
          <a:prstGeom prst="line">
            <a:avLst/>
          </a:prstGeom>
          <a:noFill/>
          <a:ln w="38100">
            <a:solidFill>
              <a:srgbClr val="42C0FF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1527048" y="4434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 — dsupdt keeps the operational datasets current, every day.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1527048" y="5166360"/>
            <a:ext cx="9144000" cy="685800"/>
          </a:xfrm>
          <a:prstGeom prst="roundRect">
            <a:avLst>
              <a:gd name="adj" fmla="val 13333"/>
            </a:avLst>
          </a:prstGeom>
          <a:solidFill>
            <a:srgbClr val="00357A"/>
          </a:solidFill>
          <a:ln w="12700">
            <a:solidFill>
              <a:srgbClr val="42C0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755648" y="51663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   •   zji@ucar.edu   •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indent="0" marL="0">
              <a:buNone/>
            </a:pPr>
            <a:r>
              <a:rPr lang="en-US" sz="1250" u="sng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2026-08-19T17:51:41Z</dcterms:created>
  <dcterms:modified xsi:type="dcterms:W3CDTF">2026-08-19T17:51:41Z</dcterms:modified>
</cp:coreProperties>
</file>