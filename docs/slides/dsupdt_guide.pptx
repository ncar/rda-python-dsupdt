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Remote-file frequency (many → one)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frequency — how often updates run, e.g. 1W, 1M,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data-file frequency, e.g. 1M,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or server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remote-file frequency — only when many remotes → one local,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9300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63016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C6E7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C6E7C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31673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3477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Update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7442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73168"/>
            <a:ext cx="11274552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8280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658368" y="5394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zones:  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end date/hour (End Date,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is server time (GMT), while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local time the job runs (Denver, MDT = GMT−6h in summer) — don’t mix the two.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833872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2026-07-15T18:10:57Z</dcterms:created>
  <dcterms:modified xsi:type="dcterms:W3CDTF">2026-07-15T18:10:57Z</dcterms:modified>
</cp:coreProperties>
</file>