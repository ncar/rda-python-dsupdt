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dex-docs-dsupdt.readthedocs.io" TargetMode="External"/><Relationship Id="rId3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7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9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pic>
        <p:nvPicPr>
          <p:cNvPr id="3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pic>
        <p:nvPicPr>
          <p:cNvPr id="4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pic>
        <p:nvPicPr>
          <p:cNvPr id="3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pic>
        <p:nvPicPr>
          <p:cNvPr id="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pic>
        <p:nvPicPr>
          <p:cNvPr id="2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pic>
        <p:nvPicPr>
          <p:cNvPr id="1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pic>
        <p:nvPicPr>
          <p:cNvPr id="3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pic>
        <p:nvPicPr>
          <p:cNvPr id="7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pic>
        <p:nvPicPr>
          <p:cNvPr id="4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pic>
        <p:nvPicPr>
          <p:cNvPr id="7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8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7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2026-07-16T16:29:31Z</dcterms:created>
  <dcterms:modified xsi:type="dcterms:W3CDTF">2026-07-16T16:29:31Z</dcterms:modified>
</cp:coreProperties>
</file>