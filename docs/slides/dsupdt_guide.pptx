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pic>
        <p:nvPicPr>
          <p:cNvPr id="3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pic>
        <p:nvPicPr>
          <p:cNvPr id="4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pic>
        <p:nvPicPr>
          <p:cNvPr id="3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pic>
        <p:nvPicPr>
          <p:cNvPr id="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pic>
        <p:nvPicPr>
          <p:cNvPr id="2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&lt;S01:03S&gt;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serial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expand one name into 01,02,03 (padded to start width)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pic>
        <p:nvPicPr>
          <p:cNvPr id="1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pic>
        <p:nvPicPr>
          <p:cNvPr id="3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11274552" cy="475488"/>
          </a:xfrm>
          <a:prstGeom prst="roundRect">
            <a:avLst>
              <a:gd name="adj" fmla="val 1538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943600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100" dirty="0"/>
          </a:p>
        </p:txBody>
      </p:sp>
      <p:pic>
        <p:nvPicPr>
          <p:cNvPr id="7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1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pic>
        <p:nvPicPr>
          <p:cNvPr id="4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Reading the Email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worked example (-MC A) — d609000, one 4D valid-interval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635240" cy="4572000"/>
          </a:xfrm>
          <a:prstGeom prst="roundRect">
            <a:avLst>
              <a:gd name="adj" fmla="val 1600"/>
            </a:avLst>
          </a:prstGeom>
          <a:solidFill>
            <a:srgbClr val="011837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00784"/>
            <a:ext cx="7232904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6 local files archived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DSUPDT of D609000-C57 on casper61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MESSAGE: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similar errors: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…t18z…grib2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…t00z…grib2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gatherxml: connection timed out to metadata DB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E6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d609000: 6 of 18 local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[2026-07-16:12(UTC) .. 2026-07-17:06(UTC)]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 INFORMATION: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12 update periods UNCHANGED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[..07-13:12(UTC) .. 07-16:06(UTC)] already archived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6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07-16:12(UTC) - 4 new, 2 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- 2 Failed Metadata Gathering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d609000-C57: Next Control Time 2026-07-17 03:00:00</a:t>
            </a:r>
            <a:endParaRPr lang="en-US" sz="960" dirty="0"/>
          </a:p>
        </p:txBody>
      </p:sp>
      <p:sp>
        <p:nvSpPr>
          <p:cNvPr id="7" name="Text 5"/>
          <p:cNvSpPr/>
          <p:nvPr/>
        </p:nvSpPr>
        <p:spPr>
          <a:xfrm>
            <a:off x="8275320" y="14813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75320" y="1828800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75320" y="1828800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357A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828800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Subject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archived across all periods this run.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75320" y="2487168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2487168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494776" y="2487168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identical repeated failures merge into one “N similar errors” block.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75320" y="3145536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3145536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6" name="Text 14"/>
          <p:cNvSpPr/>
          <p:nvPr/>
        </p:nvSpPr>
        <p:spPr>
          <a:xfrm>
            <a:off x="8494776" y="314553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combined line per record: M of N + period range.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75320" y="3803904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3803904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8494776" y="3803904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Roll-up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no-op re-check periods collapse into one UNCHANGED line.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75320" y="4462272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4462272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94776" y="4462272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&gt;4 files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4 archived files in one period roll into one summary line with a new/changed/used tally.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75320" y="5084064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93608" y="5468112"/>
            <a:ext cx="128016" cy="12801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546811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1352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new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fresh download, no prior copy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93608" y="5742432"/>
            <a:ext cx="128016" cy="12801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93608" y="574243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531352" y="5669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change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server file changed, redownloaded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93608" y="6016752"/>
            <a:ext cx="128016" cy="128016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8293608" y="60167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31352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file used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local copy current, nothing fetched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23620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remote record?  </a:t>
            </a:r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status folds into the archived line:   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ARCHIVED(AW) for … - local file used - Metadata Gathered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pic>
        <p:nvPicPr>
          <p:cNvPr id="7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8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 (unset → -WD used as-is). Hourly files sharing a name across days need a date pattern in -WD to keep each workdir/server-file pair unique, e.g. -WD $UPDTWKP/zji/ds084.1/&lt;YYYYMMDD&gt;.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$GDEXHOME/dssdb/log, file pgdss.dbg.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9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6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8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18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600" dirty="0"/>
          </a:p>
        </p:txBody>
      </p:sp>
      <p:sp>
        <p:nvSpPr>
          <p:cNvPr id="9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2026-07-23T15:00:48Z</dcterms:created>
  <dcterms:modified xsi:type="dcterms:W3CDTF">2026-07-23T15:00:48Z</dcterms:modified>
</cp:coreProperties>
</file>