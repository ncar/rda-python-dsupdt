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CAR/rda-python-dsupdt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to get started.</a:t>
            </a:r>
            <a:endParaRPr lang="en-US" sz="1300" dirty="0"/>
          </a:p>
        </p:txBody>
      </p:sp>
      <p:pic>
        <p:nvPicPr>
          <p:cNvPr id="33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let you drive each stage separately.</a:t>
            </a:r>
            <a:endParaRPr lang="en-US" sz="1400" dirty="0"/>
          </a:p>
        </p:txBody>
      </p:sp>
      <p:pic>
        <p:nvPicPr>
          <p:cNvPr id="3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applies an edited file back to GDEXDB.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C25E00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92DB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may omit its option name.</a:t>
            </a:r>
            <a:endParaRPr lang="en-US" sz="135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pic>
        <p:nvPicPr>
          <p:cNvPr id="4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1837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 must start with the dataset number</a:t>
            </a:r>
            <a:endParaRPr lang="en-US" sz="1250" dirty="0"/>
          </a:p>
        </p:txBody>
      </p:sp>
      <p:pic>
        <p:nvPicPr>
          <p:cNvPr id="3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57C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2DB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ControlOffset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RetryInterval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how long remote files stay valid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ParentIndex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EMailControl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/ S / E / B / N report level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ErrorControl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 ignore / Q quit / N normal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KeepFile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HostName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restrict/allow processing hosts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action: AS, AW, AQ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 string passed to dsarch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fetch/copy/generate the 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data end date of next update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EndHour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 (sub-daily cadence)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2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→ ready lead 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re-check / hold-open window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AgeTime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min remote-file age to fetch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WorkDir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staging dir (root $UPDTWKP)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ProcessRemote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validate/convert cmd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BuildCommand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build cmd (vs tar)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2D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remove temp files after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250" dirty="0"/>
          </a:p>
        </p:txBody>
      </p:sp>
      <p:pic>
        <p:nvPicPr>
          <p:cNvPr id="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ServerFile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DownloadOrder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TimeInterval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start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end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override dates at run time.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re-archive (pass -RA to dsarch)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periods not yet archived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stop the dataset on first error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add carbon-copy email recipients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00357A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pic>
        <p:nvPicPr>
          <p:cNvPr id="2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Basis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path-style date components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current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fraction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92DB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generic values supplied via -GP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11837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pic>
        <p:nvPicPr>
          <p:cNvPr id="1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11837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57C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C25E0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7E4F5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CEBF7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pic>
        <p:nvPicPr>
          <p:cNvPr id="3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DBE2E9"/>
          </a:solidFill>
          <a:ln w="15875">
            <a:solidFill>
              <a:srgbClr val="C25E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057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7A7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0097A7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92D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0092DB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0092DB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25E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C25E00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3565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3565A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00357A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3565A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0092DB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057C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2700">
            <a:solidFill>
              <a:srgbClr val="0057C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7731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ControlTime  —  when the job itself runs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58368" y="502920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the run time (YYYY-MM-DD HH:NN:SS). Each success steps it by one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(Next CT = CT + FQ);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 e.g.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58368" y="544982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zones: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end date/hour (End Date,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is server time (GMT), while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local time the job runs (Denver, MDT = GMT−6h in summer) — don’t mix the two.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57200" y="5943600"/>
            <a:ext cx="11274552" cy="475488"/>
          </a:xfrm>
          <a:prstGeom prst="roundRect">
            <a:avLst>
              <a:gd name="adj" fmla="val 15385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943600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run re-checks every period in the VI window: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= 0 → only the most recent period.</a:t>
            </a:r>
            <a:endParaRPr lang="en-US" sz="1100" dirty="0"/>
          </a:p>
        </p:txBody>
      </p:sp>
      <p:pic>
        <p:nvPicPr>
          <p:cNvPr id="7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1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57C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92D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adds carbon-copy recipients.</a:t>
            </a:r>
            <a:endParaRPr lang="en-US" sz="1150" dirty="0"/>
          </a:p>
        </p:txBody>
      </p:sp>
      <p:pic>
        <p:nvPicPr>
          <p:cNvPr id="4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057C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pic>
        <p:nvPicPr>
          <p:cNvPr id="7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78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Root for working dirs (unset → -WD used as-is). Hourly files sharing a name across days need a date pattern in -WD to keep each workdir/server-file pair unique, e.g. -WD $UPDTWKP/zji/ds084.1/&lt;YYYYMMDD&gt;.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Debug logging via -DB level [path] [file]; default log path $GDEXHOME/dssdb/log, file pgdss.dbg.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C25E00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96112"/>
            <a:ext cx="1737360" cy="8778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9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6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full guide: dsupdt.usg   •   docs: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repo: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96112"/>
            <a:ext cx="1737360" cy="87782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42C0FF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42C0FF"/>
          </a:solidFill>
          <a:ln/>
        </p:spPr>
      </p:sp>
      <p:sp>
        <p:nvSpPr>
          <p:cNvPr id="8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18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4600" dirty="0"/>
          </a:p>
        </p:txBody>
      </p:sp>
      <p:sp>
        <p:nvSpPr>
          <p:cNvPr id="9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2026-07-16T17:47:50Z</dcterms:created>
  <dcterms:modified xsi:type="dcterms:W3CDTF">2026-07-16T17:47:50Z</dcterms:modified>
</cp:coreProperties>
</file>