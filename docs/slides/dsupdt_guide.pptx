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hyperlink" Target="https://pypi.org/project/rda-python-dsupdt" TargetMode="External"/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to get started.</a:t>
            </a:r>
            <a:endParaRPr lang="en-US" sz="1300" dirty="0"/>
          </a:p>
        </p:txBody>
      </p:sp>
      <p:pic>
        <p:nvPicPr>
          <p:cNvPr id="33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let you drive each stage separately.</a:t>
            </a:r>
            <a:endParaRPr lang="en-US" sz="1400" dirty="0"/>
          </a:p>
        </p:txBody>
      </p:sp>
      <p:pic>
        <p:nvPicPr>
          <p:cNvPr id="3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applies an edited file back to GDEXDB.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C25E00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may omit its option name.</a:t>
            </a:r>
            <a:endParaRPr lang="en-US" sz="135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pic>
        <p:nvPicPr>
          <p:cNvPr id="4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 must start with the dataset number</a:t>
            </a:r>
            <a:endParaRPr lang="en-US" sz="1250" dirty="0"/>
          </a:p>
        </p:txBody>
      </p:sp>
      <p:pic>
        <p:nvPicPr>
          <p:cNvPr id="3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ControlOffset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RetryInterval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how long remote files stay valid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ParentIndex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EMailControl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/ S / E / B / N report level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ErrorControl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 ignore / Q quit / N normal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KeepFile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HostName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restrict/allow processing hosts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action: AS, AW, AQ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 string passed to dsarch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fetch/copy/generate the 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data end date of next update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EndHour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 (sub-daily cadence)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DueInterval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→ ready lead 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re-check / hold-open window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AgeTime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min remote-file age to fetch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WorkDir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staging dir (root $UPDTWKP)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ProcessRemote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validate/convert cmd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BuildCommand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build cmd (vs tar)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remove temp files after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250" dirty="0"/>
          </a:p>
        </p:txBody>
      </p:sp>
      <p:pic>
        <p:nvPicPr>
          <p:cNvPr id="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ServerFile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DownloadOrder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TimeInterval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start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end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override dates at run time.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re-archive (pass -RA to dsarch)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periods not yet archived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stop the dataset on first error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add carbon-copy email recipients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00357A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pic>
        <p:nvPicPr>
          <p:cNvPr id="2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Basis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path-style date components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current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fraction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generic values supplied via -GP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11837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pic>
        <p:nvPicPr>
          <p:cNvPr id="1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11837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pic>
        <p:nvPicPr>
          <p:cNvPr id="3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DBE2E9"/>
          </a:solidFill>
          <a:ln w="15875">
            <a:solidFill>
              <a:srgbClr val="C25E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2D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0092DB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0092DB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3565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3565A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00357A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3565A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0092DB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18304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0057C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7731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ControlTime  —  when the job itself runs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58368" y="502920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the run time (YYYY-MM-DD HH:NN:SS). Each success steps it by one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(Next CT = CT + FQ);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 e.g.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58368" y="544982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zones: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end date/hour (End Date,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is server time (GMT), while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local time the job runs (Denver, MDT = GMT−6h in summer) — don’t mix the two.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457200" y="5943600"/>
            <a:ext cx="11274552" cy="475488"/>
          </a:xfrm>
          <a:prstGeom prst="roundRect">
            <a:avLst>
              <a:gd name="adj" fmla="val 1538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943600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run re-checks every period in the VI window: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= 0 → only the most recent period.</a:t>
            </a:r>
            <a:endParaRPr lang="en-US" sz="1100" dirty="0"/>
          </a:p>
        </p:txBody>
      </p:sp>
      <p:pic>
        <p:nvPicPr>
          <p:cNvPr id="7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1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92D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adds carbon-copy recipients.</a:t>
            </a:r>
            <a:endParaRPr lang="en-US" sz="1150" dirty="0"/>
          </a:p>
        </p:txBody>
      </p:sp>
      <p:pic>
        <p:nvPicPr>
          <p:cNvPr id="4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Reading the Email Report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worked example (-MC A) — d609000, one 4D valid-interval run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7635240" cy="4572000"/>
          </a:xfrm>
          <a:prstGeom prst="roundRect">
            <a:avLst>
              <a:gd name="adj" fmla="val 1600"/>
            </a:avLst>
          </a:prstGeom>
          <a:solidFill>
            <a:srgbClr val="011837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700784"/>
            <a:ext cx="7232904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6 local files archived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DSUPDT of D609000-C57 on casper61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MESSAGE: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similar errors: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Failed Metadata Gathering: …t18z…grib2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Failed Metadata Gathering: …t00z…grib2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gatherxml: connection timed out to metadata DB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E6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d609000: 6 of 18 local files ARCHIVED(AW)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[2026-07-16:12(UTC) .. 2026-07-17:06(UTC)]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 INFORMATION: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d609000-L480: 12 update periods UNCHANGED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[..07-13:12(UTC) .. 07-16:06(UTC)] already archived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b="1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d609000-L480: 6 files ARCHIVED(AW) for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07-16:12(UTC) - 4 new, 2 changed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7FD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- 2 Failed Metadata Gathering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9AB6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6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d609000-C57: Next Control Time 2026-07-17 03:00:00</a:t>
            </a:r>
            <a:endParaRPr lang="en-US" sz="960" dirty="0"/>
          </a:p>
        </p:txBody>
      </p:sp>
      <p:sp>
        <p:nvSpPr>
          <p:cNvPr id="7" name="Text 5"/>
          <p:cNvSpPr/>
          <p:nvPr/>
        </p:nvSpPr>
        <p:spPr>
          <a:xfrm>
            <a:off x="8275320" y="14813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75320" y="1828800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75320" y="1828800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00357A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828800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Subject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archived across all periods this run.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75320" y="2487168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2487168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8494776" y="2487168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identical repeated failures merge into one “N similar errors” block.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75320" y="3145536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3145536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16" name="Text 14"/>
          <p:cNvSpPr/>
          <p:nvPr/>
        </p:nvSpPr>
        <p:spPr>
          <a:xfrm>
            <a:off x="8494776" y="314553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combined line per record: M of N + period range.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75320" y="3803904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3803904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8494776" y="3803904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Roll-up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no-op re-check periods collapse into one UNCHANGED line.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75320" y="4462272"/>
            <a:ext cx="3456432" cy="603504"/>
          </a:xfrm>
          <a:prstGeom prst="roundRect">
            <a:avLst>
              <a:gd name="adj" fmla="val 909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4462272"/>
            <a:ext cx="109728" cy="603504"/>
          </a:xfrm>
          <a:prstGeom prst="roundRect">
            <a:avLst>
              <a:gd name="adj" fmla="val 16667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94776" y="4462272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&gt;4 files  </a:t>
            </a:r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than 4 archived files in one period roll into one summary line with a new/changed/used tally.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75320" y="5084064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status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93608" y="5468112"/>
            <a:ext cx="128016" cy="12801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546811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31352" y="5394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new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fresh download, no prior copy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93608" y="5742432"/>
            <a:ext cx="128016" cy="12801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8" name="Text 26"/>
          <p:cNvSpPr/>
          <p:nvPr/>
        </p:nvSpPr>
        <p:spPr>
          <a:xfrm>
            <a:off x="8293608" y="574243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531352" y="5669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 change file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server file changed, redownloaded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93608" y="6016752"/>
            <a:ext cx="128016" cy="128016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8293608" y="60167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31352" y="5943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file used  </a:t>
            </a:r>
            <a:pPr indent="0" marL="0"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local copy current, nothing fetched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623620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remote record?  </a:t>
            </a:r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status folds into the archived line:   </a:t>
            </a:r>
            <a:pPr algn="ctr"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 ARCHIVED(AW) for … - local file used - Metadata Gathered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pic>
        <p:nvPicPr>
          <p:cNvPr id="7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8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Root for working dirs (unset → -WD used as-is). Hourly files sharing a name across days need a date pattern in -WD to keep each workdir/server-file pair unique, e.g. -WD $UPDTWKP/zji/ds084.1/&lt;YYYYMMDD&gt;.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Debug logging via -DB level [path] [file]; default log path $GDEXHOME/dssdb/log, file pgdss.dbg.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96112"/>
            <a:ext cx="1737360" cy="87782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9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6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full guide: dsupdt.usg   •   docs: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repo: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96112"/>
            <a:ext cx="1737360" cy="87782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8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18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4600" dirty="0"/>
          </a:p>
        </p:txBody>
      </p:sp>
      <p:sp>
        <p:nvSpPr>
          <p:cNvPr id="9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2026-07-23T15:00:48Z</dcterms:created>
  <dcterms:modified xsi:type="dcterms:W3CDTF">2026-07-23T15:00:48Z</dcterms:modified>
</cp:coreProperties>
</file>