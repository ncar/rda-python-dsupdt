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474720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39328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7196328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4" name="Text 42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(e.g. 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local time the job runs — don’t mix the two.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2026-07-15T15:47:07Z</dcterms:created>
  <dcterms:modified xsi:type="dcterms:W3CDTF">2026-07-15T15:47:07Z</dcterms:modified>
</cp:coreProperties>
</file>