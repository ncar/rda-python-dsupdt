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2021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7" name="Shape 35"/>
          <p:cNvSpPr/>
          <p:nvPr/>
        </p:nvSpPr>
        <p:spPr>
          <a:xfrm>
            <a:off x="845820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8" name="Text 3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C6E7C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97566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12680" y="3246120"/>
            <a:ext cx="365760" cy="0"/>
          </a:xfrm>
          <a:prstGeom prst="line">
            <a:avLst/>
          </a:prstGeom>
          <a:noFill/>
          <a:ln w="15875">
            <a:solidFill>
              <a:srgbClr val="5C6E7C"/>
            </a:solidFill>
            <a:prstDash val="solid"/>
            <a:headEnd type="triangle"/>
          </a:ln>
        </p:spPr>
      </p:sp>
      <p:sp>
        <p:nvSpPr>
          <p:cNvPr id="42" name="Text 40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7552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9985248" y="1993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9098280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7955280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3657600" y="3813048"/>
            <a:ext cx="77724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8" name="Text 46"/>
          <p:cNvSpPr/>
          <p:nvPr/>
        </p:nvSpPr>
        <p:spPr>
          <a:xfrm>
            <a:off x="3520440" y="390448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local period end + DI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78408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781812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81812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10003536" y="4041648"/>
            <a:ext cx="177393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96696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7" name="Text 55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9" name="Text 57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1" name="Text 59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62" name="Shape 60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7" name="Text 65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70" name="Text 6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2026-07-15T17:22:27Z</dcterms:created>
  <dcterms:modified xsi:type="dcterms:W3CDTF">2026-07-15T17:22:27Z</dcterms:modified>
</cp:coreProperties>
</file>